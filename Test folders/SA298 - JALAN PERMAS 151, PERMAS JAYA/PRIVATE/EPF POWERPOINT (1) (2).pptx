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64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A218C11-0CDD-D14C-9C2A-D79B780A73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0163" y="4738477"/>
            <a:ext cx="6831673" cy="1086237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PROPERTY ADDRESS: </a:t>
            </a:r>
          </a:p>
          <a:p>
            <a:r>
              <a:rPr lang="en-US" b="1" dirty="0"/>
              <a:t>NO.40 GROUND – 3</a:t>
            </a:r>
            <a:r>
              <a:rPr lang="en-US" b="1" baseline="30000" dirty="0"/>
              <a:t>RD</a:t>
            </a:r>
            <a:r>
              <a:rPr lang="en-US" b="1" dirty="0"/>
              <a:t> FLOOR, JALAN PERMAS 15/1, </a:t>
            </a:r>
          </a:p>
          <a:p>
            <a:r>
              <a:rPr lang="en-US" b="1" dirty="0"/>
              <a:t>BANDAR BARU PERMAS JAYA, </a:t>
            </a:r>
          </a:p>
          <a:p>
            <a:r>
              <a:rPr lang="en-US" b="1" dirty="0"/>
              <a:t>81750 MASAI, JOHOR.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2A22F2-974C-D643-8904-60D5384B8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142" y="1490426"/>
            <a:ext cx="6289713" cy="310991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6861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A218C11-0CDD-D14C-9C2A-D79B780A73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753" y="3550188"/>
            <a:ext cx="4155182" cy="1241631"/>
          </a:xfrm>
        </p:spPr>
        <p:txBody>
          <a:bodyPr>
            <a:noAutofit/>
          </a:bodyPr>
          <a:lstStyle/>
          <a:p>
            <a:pPr algn="l"/>
            <a:r>
              <a:rPr lang="en-US" sz="1400" b="1" u="sng" dirty="0"/>
              <a:t>CORNER 4 STOREY SHOPLOT </a:t>
            </a:r>
          </a:p>
          <a:p>
            <a:pPr algn="l"/>
            <a:r>
              <a:rPr lang="en-US" sz="1400" b="1" dirty="0"/>
              <a:t>GROUND FLOOR (ADJOINING RENTAL) – EPF </a:t>
            </a:r>
          </a:p>
          <a:p>
            <a:pPr algn="l"/>
            <a:r>
              <a:rPr lang="en-US" sz="1400" b="1" dirty="0"/>
              <a:t>1</a:t>
            </a:r>
            <a:r>
              <a:rPr lang="en-US" sz="1400" b="1" baseline="30000" dirty="0"/>
              <a:t>ST</a:t>
            </a:r>
            <a:r>
              <a:rPr lang="en-US" sz="1400" b="1" dirty="0"/>
              <a:t> FLOOR – EPF</a:t>
            </a:r>
          </a:p>
          <a:p>
            <a:pPr algn="l"/>
            <a:r>
              <a:rPr lang="en-US" sz="1400" b="1" dirty="0"/>
              <a:t>2</a:t>
            </a:r>
            <a:r>
              <a:rPr lang="en-US" sz="1400" b="1" baseline="30000" dirty="0"/>
              <a:t>ND</a:t>
            </a:r>
            <a:r>
              <a:rPr lang="en-US" sz="1400" b="1" dirty="0"/>
              <a:t> FLOOR – EPF</a:t>
            </a:r>
          </a:p>
          <a:p>
            <a:pPr algn="l"/>
            <a:r>
              <a:rPr lang="en-US" sz="1400" b="1" dirty="0"/>
              <a:t>3</a:t>
            </a:r>
            <a:r>
              <a:rPr lang="en-US" sz="1400" b="1" baseline="30000" dirty="0"/>
              <a:t>RD</a:t>
            </a:r>
            <a:r>
              <a:rPr lang="en-US" sz="1400" b="1" dirty="0"/>
              <a:t> FLOOR – MALAYAN ADJUSTMENT COMPANY S/B</a:t>
            </a:r>
          </a:p>
          <a:p>
            <a:pPr algn="l"/>
            <a:endParaRPr lang="en-US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2A22F2-974C-D643-8904-60D5384B8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821" y="1492614"/>
            <a:ext cx="3984467" cy="197009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608035-77E3-F941-A709-B37439DD6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392" y="1497772"/>
            <a:ext cx="3030424" cy="331607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5A0BD0-277B-D34B-8493-5559D3E64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695" y="1486755"/>
            <a:ext cx="2487060" cy="33160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50675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A218C11-0CDD-D14C-9C2A-D79B780A73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4815" y="2918350"/>
            <a:ext cx="5664452" cy="3405332"/>
          </a:xfr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l"/>
            <a:r>
              <a:rPr lang="en-US" sz="1400" u="sng" dirty="0">
                <a:solidFill>
                  <a:schemeClr val="tx1"/>
                </a:solidFill>
              </a:rPr>
              <a:t>RENEWAL RENT: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GROUND, 1</a:t>
            </a:r>
            <a:r>
              <a:rPr lang="en-US" sz="1400" baseline="30000" dirty="0">
                <a:solidFill>
                  <a:schemeClr val="tx1"/>
                </a:solidFill>
              </a:rPr>
              <a:t>ST</a:t>
            </a:r>
            <a:r>
              <a:rPr lang="en-US" sz="1400" dirty="0">
                <a:solidFill>
                  <a:schemeClr val="tx1"/>
                </a:solidFill>
              </a:rPr>
              <a:t> &amp; 2</a:t>
            </a:r>
            <a:r>
              <a:rPr lang="en-US" sz="1400" baseline="30000" dirty="0">
                <a:solidFill>
                  <a:schemeClr val="tx1"/>
                </a:solidFill>
              </a:rPr>
              <a:t>ND</a:t>
            </a:r>
            <a:r>
              <a:rPr lang="en-US" sz="1400" dirty="0">
                <a:solidFill>
                  <a:schemeClr val="tx1"/>
                </a:solidFill>
              </a:rPr>
              <a:t> FLOOR (EPF): RM14,850 (BY 31/3/2026 IN TENANCY AGREEMENT)</a:t>
            </a:r>
          </a:p>
          <a:p>
            <a:pPr algn="l"/>
            <a:endParaRPr lang="en-US" sz="1400" dirty="0">
              <a:solidFill>
                <a:schemeClr val="tx1"/>
              </a:solidFill>
            </a:endParaRP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3</a:t>
            </a:r>
            <a:r>
              <a:rPr lang="en-US" sz="1400" baseline="30000" dirty="0">
                <a:solidFill>
                  <a:schemeClr val="tx1"/>
                </a:solidFill>
              </a:rPr>
              <a:t>RD</a:t>
            </a:r>
            <a:r>
              <a:rPr lang="en-US" sz="1400" dirty="0">
                <a:solidFill>
                  <a:schemeClr val="tx1"/>
                </a:solidFill>
              </a:rPr>
              <a:t> FLOOR (MALAYAN ADJUSTMENT CO): RM3,500 (SIGNED RENEWAL FOR 15/10/2025 – 14/10/2026) &amp; RM3,600 (SIGNED RENEWAL FOR 15/11/2025 – 14/10/2027) </a:t>
            </a:r>
          </a:p>
          <a:p>
            <a:pPr algn="l"/>
            <a:endParaRPr lang="en-US" sz="1400" dirty="0">
              <a:solidFill>
                <a:schemeClr val="tx1"/>
              </a:solidFill>
            </a:endParaRP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TOTAL RENEWAL RENT: RM18,350 X 12 = RM220,200 ANNUAL RENT</a:t>
            </a:r>
          </a:p>
          <a:p>
            <a:pPr algn="l"/>
            <a:endParaRPr lang="en-US" sz="1400" dirty="0">
              <a:solidFill>
                <a:schemeClr val="tx1"/>
              </a:solidFill>
            </a:endParaRPr>
          </a:p>
          <a:p>
            <a:pPr algn="l"/>
            <a:r>
              <a:rPr lang="en-US" sz="1400" u="sng" dirty="0">
                <a:solidFill>
                  <a:schemeClr val="tx1"/>
                </a:solidFill>
              </a:rPr>
              <a:t>SALE ASKING PRICE: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RM5,415,000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FREEHOLD PROPERTY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RENTAL YIELD @ 4% (RM220,200 ANNUAL RENT)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EPF TENANCY AGREEMENT: TOTAL 9 YEARS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algn="l"/>
            <a:endParaRPr lang="en-US" sz="1400" u="sng" dirty="0">
              <a:solidFill>
                <a:schemeClr val="tx1"/>
              </a:solidFill>
            </a:endParaRPr>
          </a:p>
          <a:p>
            <a:pPr algn="l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58F3D57-287D-E94B-B175-7B07CD100981}"/>
              </a:ext>
            </a:extLst>
          </p:cNvPr>
          <p:cNvSpPr txBox="1">
            <a:spLocks/>
          </p:cNvSpPr>
          <p:nvPr/>
        </p:nvSpPr>
        <p:spPr>
          <a:xfrm>
            <a:off x="1694814" y="1135852"/>
            <a:ext cx="5069541" cy="1750566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u="sng" dirty="0"/>
              <a:t>CURRENT RENT:</a:t>
            </a:r>
          </a:p>
          <a:p>
            <a:pPr algn="l"/>
            <a:r>
              <a:rPr lang="en-US" sz="1400" dirty="0"/>
              <a:t>GROUND, 1</a:t>
            </a:r>
            <a:r>
              <a:rPr lang="en-US" sz="1400" baseline="30000" dirty="0"/>
              <a:t>ST</a:t>
            </a:r>
            <a:r>
              <a:rPr lang="en-US" sz="1400" dirty="0"/>
              <a:t> &amp; 2</a:t>
            </a:r>
            <a:r>
              <a:rPr lang="en-US" sz="1400" baseline="30000" dirty="0"/>
              <a:t>ND</a:t>
            </a:r>
            <a:r>
              <a:rPr lang="en-US" sz="1400" dirty="0"/>
              <a:t>  FLOOR (EPF): RM13,500</a:t>
            </a:r>
          </a:p>
          <a:p>
            <a:pPr algn="l"/>
            <a:endParaRPr lang="en-US" sz="1400" dirty="0"/>
          </a:p>
          <a:p>
            <a:pPr algn="l"/>
            <a:r>
              <a:rPr lang="en-US" sz="1400" dirty="0"/>
              <a:t>3</a:t>
            </a:r>
            <a:r>
              <a:rPr lang="en-US" sz="1400" baseline="30000" dirty="0"/>
              <a:t>RD</a:t>
            </a:r>
            <a:r>
              <a:rPr lang="en-US" sz="1400" dirty="0"/>
              <a:t> FLOOR (MALAYAN ADJUSTMENT CO): RM2,600</a:t>
            </a:r>
          </a:p>
          <a:p>
            <a:pPr algn="l"/>
            <a:endParaRPr lang="en-US" sz="1400" dirty="0"/>
          </a:p>
          <a:p>
            <a:pPr algn="l"/>
            <a:r>
              <a:rPr lang="en-US" sz="1400" dirty="0"/>
              <a:t>TOTAL: RM16,100 X 12 = 193,200 ANNUAL RENT</a:t>
            </a:r>
          </a:p>
          <a:p>
            <a:pPr algn="l"/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8C9B30-9260-7D41-B692-992CB0C40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355" y="1146869"/>
            <a:ext cx="3646587" cy="175056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C3CB11-381A-CA49-82E3-0150F9454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518" y="2896316"/>
            <a:ext cx="3030424" cy="340533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75025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2F4BB-3D95-1135-F846-B234F1324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uilding with a blue car parked outside&#10;&#10;AI-generated content may be incorrect.">
            <a:extLst>
              <a:ext uri="{FF2B5EF4-FFF2-40B4-BE49-F238E27FC236}">
                <a16:creationId xmlns:a16="http://schemas.microsoft.com/office/drawing/2014/main" id="{07AF82BC-BC11-04C1-53BD-1C71E5FEF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694" y="1480992"/>
            <a:ext cx="3030424" cy="3411035"/>
          </a:xfrm>
          <a:prstGeom prst="rect">
            <a:avLst/>
          </a:prstGeom>
        </p:spPr>
      </p:pic>
      <p:pic>
        <p:nvPicPr>
          <p:cNvPr id="11" name="Picture 10" descr="A car parked outside of a building&#10;&#10;AI-generated content may be incorrect.">
            <a:extLst>
              <a:ext uri="{FF2B5EF4-FFF2-40B4-BE49-F238E27FC236}">
                <a16:creationId xmlns:a16="http://schemas.microsoft.com/office/drawing/2014/main" id="{76DB5B3A-EF6F-D30A-C3E9-73B6BBE52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036" y="1480992"/>
            <a:ext cx="3189908" cy="3411035"/>
          </a:xfrm>
          <a:prstGeom prst="rect">
            <a:avLst/>
          </a:prstGeom>
        </p:spPr>
      </p:pic>
      <p:pic>
        <p:nvPicPr>
          <p:cNvPr id="13" name="Picture 12" descr="A building with many windows&#10;&#10;AI-generated content may be incorrect.">
            <a:extLst>
              <a:ext uri="{FF2B5EF4-FFF2-40B4-BE49-F238E27FC236}">
                <a16:creationId xmlns:a16="http://schemas.microsoft.com/office/drawing/2014/main" id="{8C1DB49A-ECB7-992D-01F9-1793FCD96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965" y="1514572"/>
            <a:ext cx="3070227" cy="337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2681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119</TotalTime>
  <Words>165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Franklin Gothic Book</vt:lpstr>
      <vt:lpstr>Crop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Philip Lau</dc:creator>
  <cp:lastModifiedBy>Joycelyn Rise</cp:lastModifiedBy>
  <cp:revision>4</cp:revision>
  <dcterms:created xsi:type="dcterms:W3CDTF">2025-01-24T11:10:13Z</dcterms:created>
  <dcterms:modified xsi:type="dcterms:W3CDTF">2025-07-30T06:58:29Z</dcterms:modified>
</cp:coreProperties>
</file>